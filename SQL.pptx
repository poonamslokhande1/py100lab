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ECE0-9E7A-5B0D-F652-933AB3505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47114"/>
            <a:ext cx="7766936" cy="1491175"/>
          </a:xfrm>
        </p:spPr>
        <p:txBody>
          <a:bodyPr/>
          <a:lstStyle/>
          <a:p>
            <a:pPr algn="ctr"/>
            <a:r>
              <a:rPr lang="en-US" dirty="0"/>
              <a:t>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0B4832-62C3-820B-00B7-DC53695184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06538" y="2854097"/>
            <a:ext cx="730841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uses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database replica servers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latency: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user traffic → server overload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login and delayed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reduce latency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23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8AD5-DB47-6AB8-86DA-C77B5CE2E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900332"/>
            <a:ext cx="7766936" cy="1645920"/>
          </a:xfrm>
        </p:spPr>
        <p:txBody>
          <a:bodyPr/>
          <a:lstStyle/>
          <a:p>
            <a:pPr algn="ctr"/>
            <a:r>
              <a:rPr lang="en-US" dirty="0"/>
              <a:t>Solution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F17C9-E5BA-51E5-E44C-19AF101A1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743201"/>
            <a:ext cx="7766936" cy="24045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Increase replicas </a:t>
            </a:r>
            <a:r>
              <a:rPr lang="en-US" b="1" dirty="0"/>
              <a:t>3 → 10 servers</a:t>
            </a:r>
            <a:endParaRPr lang="en-US" dirty="0"/>
          </a:p>
          <a:p>
            <a:pPr algn="l"/>
            <a:r>
              <a:rPr lang="en-US" dirty="0"/>
              <a:t>Replication = same database copy on multiple servers</a:t>
            </a:r>
          </a:p>
          <a:p>
            <a:pPr algn="l"/>
            <a:r>
              <a:rPr lang="en-US" b="1" dirty="0"/>
              <a:t>Benefits</a:t>
            </a:r>
            <a:endParaRPr lang="en-US" dirty="0"/>
          </a:p>
          <a:p>
            <a:pPr algn="l"/>
            <a:r>
              <a:rPr lang="en-US" dirty="0"/>
              <a:t>Faster response (users connect to nearest server)</a:t>
            </a:r>
          </a:p>
          <a:p>
            <a:pPr algn="l"/>
            <a:r>
              <a:rPr lang="en-US" dirty="0"/>
              <a:t>Load balancing</a:t>
            </a:r>
          </a:p>
          <a:p>
            <a:pPr algn="l"/>
            <a:r>
              <a:rPr lang="en-US" dirty="0"/>
              <a:t>High availability (backup server works if one fails)</a:t>
            </a:r>
          </a:p>
          <a:p>
            <a:pPr algn="l"/>
            <a:r>
              <a:rPr lang="en-US" dirty="0"/>
              <a:t>Better performance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42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D272-319B-0DDD-D74B-A08C075C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9A395-2668-155B-4D68-E608EDDF0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Replication lag</a:t>
            </a:r>
          </a:p>
          <a:p>
            <a:r>
              <a:rPr lang="en-US" dirty="0"/>
              <a:t>Temporary data inconsistency</a:t>
            </a:r>
          </a:p>
          <a:p>
            <a:r>
              <a:rPr lang="en-US" dirty="0"/>
              <a:t>Network synchronization delay</a:t>
            </a:r>
          </a:p>
          <a:p>
            <a:r>
              <a:rPr lang="en-US" dirty="0"/>
              <a:t>More complex management</a:t>
            </a:r>
          </a:p>
          <a:p>
            <a:r>
              <a:rPr lang="en-US" b="1" dirty="0"/>
              <a:t>Types</a:t>
            </a:r>
            <a:endParaRPr lang="en-US" dirty="0"/>
          </a:p>
          <a:p>
            <a:r>
              <a:rPr lang="en-US" dirty="0"/>
              <a:t>Synchronous → accurate but slow</a:t>
            </a:r>
          </a:p>
          <a:p>
            <a:r>
              <a:rPr lang="en-US" dirty="0"/>
              <a:t>Asynchronous → fast but small mismatch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79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ECD9-0370-DF84-C5A4-0EE81034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895FC-CBBE-7138-73BA-397A63EC3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7785"/>
            <a:ext cx="8596668" cy="4423577"/>
          </a:xfrm>
        </p:spPr>
        <p:txBody>
          <a:bodyPr/>
          <a:lstStyle/>
          <a:p>
            <a:r>
              <a:rPr lang="en-US" b="1" dirty="0"/>
              <a:t>Costs</a:t>
            </a:r>
            <a:endParaRPr lang="en-US" dirty="0"/>
          </a:p>
          <a:p>
            <a:r>
              <a:rPr lang="en-US" dirty="0"/>
              <a:t>Extra servers / cloud</a:t>
            </a:r>
          </a:p>
          <a:p>
            <a:r>
              <a:rPr lang="en-US" dirty="0"/>
              <a:t>Storage &amp; network</a:t>
            </a:r>
          </a:p>
          <a:p>
            <a:r>
              <a:rPr lang="en-US" dirty="0"/>
              <a:t>Maintenance team</a:t>
            </a:r>
          </a:p>
          <a:p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Latency improves </a:t>
            </a:r>
            <a:r>
              <a:rPr lang="en-US" b="1" dirty="0"/>
              <a:t>20 </a:t>
            </a:r>
            <a:r>
              <a:rPr lang="en-US" b="1" dirty="0" err="1"/>
              <a:t>ms</a:t>
            </a:r>
            <a:r>
              <a:rPr lang="en-US" b="1" dirty="0"/>
              <a:t> → 1 </a:t>
            </a:r>
            <a:r>
              <a:rPr lang="en-US" b="1" dirty="0" err="1"/>
              <a:t>ms</a:t>
            </a:r>
            <a:endParaRPr lang="en-US" dirty="0"/>
          </a:p>
          <a:p>
            <a:r>
              <a:rPr lang="en-US" dirty="0"/>
              <a:t>System becomes faster and reliable</a:t>
            </a:r>
          </a:p>
          <a:p>
            <a:r>
              <a:rPr lang="en-US" b="1" dirty="0"/>
              <a:t>Benefits &gt; Cost → Recommended to increase to 10 replicas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386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129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Problem</vt:lpstr>
      <vt:lpstr>Solution </vt:lpstr>
      <vt:lpstr>Risks</vt:lpstr>
      <vt:lpstr>Cost And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2026-02-25T08:24:34Z</dcterms:created>
  <dcterms:modified xsi:type="dcterms:W3CDTF">2026-02-25T08:30:26Z</dcterms:modified>
</cp:coreProperties>
</file>