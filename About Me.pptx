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8109-D26D-5E37-856F-AF25E2E50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900332"/>
            <a:ext cx="7766936" cy="1096899"/>
          </a:xfrm>
        </p:spPr>
        <p:txBody>
          <a:bodyPr/>
          <a:lstStyle/>
          <a:p>
            <a:pPr algn="ctr"/>
            <a:r>
              <a:rPr lang="en-US" dirty="0"/>
              <a:t>About 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B7482A-70D9-F47B-F4D2-301DF03813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5144" y="2250968"/>
            <a:ext cx="1175657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: Poonam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Mhetre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Education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 pursuing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M.Sc. Computer Science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Career Goal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: Data </a:t>
            </a:r>
            <a:r>
              <a:rPr lang="en-US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Scientist 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Entry level goal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Data Analyst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 am passionate about working with data and technology.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 enjoy solving problems, analyzing information, and learning new tools.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 am currently learning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Python, SQL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Excel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for data analysis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09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479B-519F-6FD5-AEF0-6ACD146DF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467" y="333829"/>
            <a:ext cx="7766936" cy="1200957"/>
          </a:xfrm>
        </p:spPr>
        <p:txBody>
          <a:bodyPr/>
          <a:lstStyle/>
          <a:p>
            <a:pPr algn="ctr"/>
            <a:r>
              <a:rPr lang="en-US" i="1" dirty="0"/>
              <a:t>About Me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62414-6518-1B31-F4B7-37555E7BD3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3486" y="1534786"/>
            <a:ext cx="926402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Technical Skills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Python (basic programming and problem solving)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SQL (database queries and data handling)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Excel (data cleaning and charts)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Power BI (basic dashboard concepts)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Soft Skills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Quick learner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Good communication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Problem solving ability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Teamwork and dedication</a:t>
            </a:r>
          </a:p>
        </p:txBody>
      </p:sp>
    </p:spTree>
    <p:extLst>
      <p:ext uri="{BB962C8B-B14F-4D97-AF65-F5344CB8AC3E}">
        <p14:creationId xmlns:p14="http://schemas.microsoft.com/office/powerpoint/2010/main" val="31712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C270-55C6-A78F-8FED-A5C43CF1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Should You Hire Me?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0B5F79-F181-71DA-C45A-83DAAD81A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31262"/>
            <a:ext cx="134824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can help the company by analyzing data and finding useful insights.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will support decision making by preparing reports and dashboards.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I worked on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youtube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comment  sentiment analysis project using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textblob,NLP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inadavance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vadar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and multi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langage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comment sentiment 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I  worked on  retail ,finance(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saas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),healthcare project for data 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I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 hardworking, sincere, and ready to learn new technologies.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am confident that I can grow with the company and contribute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positively to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1081235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227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Wingdings</vt:lpstr>
      <vt:lpstr>Wingdings 3</vt:lpstr>
      <vt:lpstr>Facet</vt:lpstr>
      <vt:lpstr>About Me</vt:lpstr>
      <vt:lpstr>About Me</vt:lpstr>
      <vt:lpstr>Why Should You Hire 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2026-02-24T07:28:05Z</dcterms:created>
  <dcterms:modified xsi:type="dcterms:W3CDTF">2026-02-24T07:41:54Z</dcterms:modified>
</cp:coreProperties>
</file>